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your PhD background, and that this project uses Bayesian forecasting to inform retail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probabilistic forecasts vs point estimates; emphasize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synthetic but realistic; reproduces promotions and seasonality.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priors and why NUTS/MCMC; define credible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results as evidence-based model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interpreting the interval lines and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 on fit quality and any residual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actionable business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helps non-technical stakeholders run 'what-if'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questions; emphasize rigor + practicality.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Bayesian Forecasting for Retail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Kedumetse Nadour Vati, PhD | drkedumvati@gmail.com | github.com/KedumetseVati | Edmonton, Alberta, Canada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Bayesian linear regression to forecast monthly retail revenue.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Uncertainty modeled via posterior distributions (credible intervals).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Goal: actionable, probabilistic forecasts for planning and budgeting.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36 months of synthetic Costco-style data (monthly Date).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Features: Promo (Oct–Feb), Holiday (Nov–Dec), PriceIndex.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Target: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Baseline: y = β0 + β1·t + β2·Promo + ε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Extended: y = Baseline + β3·Holiday + β4·(PriceIndex−1) + ε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Inference: MCMC (PyMC, NUTS) or conjugate posterior sampling.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Evaluation: WAIC &amp; LOO for model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Model Comparison (WAIC &amp; LOO)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Extended model outperforms baseline under WAIC &amp; LOO.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Holiday and PriceIndex materially improve predictive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Forecast Results</a:t>
            </a:r>
          </a:p>
        </p:txBody>
      </p:sp>
      <p:pic>
        <p:nvPicPr>
          <p:cNvPr id="3" name="Picture 2" descr="bayes_forecast_plot2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59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6-month forecast (mean + 95% credible intervals). Seasonal peaks and promo effects are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Historical Fit</a:t>
            </a:r>
          </a:p>
        </p:txBody>
      </p:sp>
      <p:pic>
        <p:nvPicPr>
          <p:cNvPr id="3" name="Picture 2" descr="bayes_forecast_plot1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413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Posterior mean fit against 36 months of observed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Promotions lift sales by roughly +10–15%.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Holiday months (Nov–Dec) show clear seasonal peaks.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PriceIndex shows a negative elasticity with revenue.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Forecast indicates continued growth with quantified uncertainty.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Streamlit App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Interactive scenario testing (horizon, promo/holiday toggles, price trend).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Instant updates to forecast table and chart.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9966"/>
                </a:solidFill>
              </a:rPr>
              <a:t>Key Takeaways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Bayesian approach =&gt; probabilistic forecasts for better decisions.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Feature-rich models improve accuracy vs. simple trend lines.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End-to-end workflow: data → model → diagnostics → deployment.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Contact: drkedumvati@gmail.com | github.com/KedumetseVati | Edmonton, Alberta, Canada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